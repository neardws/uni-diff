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 Updated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Slide Modified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Updated content of first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of new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