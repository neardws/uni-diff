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Version 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First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of first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